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2" r:id="rId12"/>
    <p:sldId id="265" r:id="rId13"/>
    <p:sldId id="266" r:id="rId14"/>
    <p:sldId id="267" r:id="rId15"/>
    <p:sldId id="270" r:id="rId16"/>
    <p:sldId id="274" r:id="rId17"/>
    <p:sldId id="271" r:id="rId18"/>
    <p:sldId id="275" r:id="rId19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ctrTitle"/>
          </p:nvPr>
        </p:nvSpPr>
        <p:spPr>
          <a:xfrm>
            <a:off x="685800" y="2304833"/>
            <a:ext cx="7772401" cy="14700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2000" dirty="0"/>
              <a:t> </a:t>
            </a:r>
            <a:r>
              <a:rPr sz="3200" b="1" i="1" dirty="0"/>
              <a:t>Mi</a:t>
            </a:r>
            <a:r>
              <a:rPr lang="en-IN" sz="3200" b="1" i="1" dirty="0" err="1"/>
              <a:t>ni</a:t>
            </a:r>
            <a:r>
              <a:rPr sz="3200" b="1" i="1" dirty="0"/>
              <a:t>Project Presentation</a:t>
            </a:r>
          </a:p>
        </p:txBody>
      </p:sp>
      <p:sp>
        <p:nvSpPr>
          <p:cNvPr id="95" name="Subtitle 2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</a:t>
            </a:r>
            <a:r>
              <a:rPr lang="en-IN" dirty="0"/>
              <a:t>6</a:t>
            </a:r>
            <a:r>
              <a:rPr dirty="0"/>
              <a:t> CSE</a:t>
            </a:r>
            <a:r>
              <a:rPr lang="en-IN" dirty="0"/>
              <a:t>(</a:t>
            </a:r>
            <a:r>
              <a:rPr dirty="0"/>
              <a:t>AI</a:t>
            </a:r>
            <a:r>
              <a:rPr lang="en-IN" dirty="0"/>
              <a:t>)</a:t>
            </a:r>
            <a:r>
              <a:rPr dirty="0"/>
              <a:t> (202</a:t>
            </a:r>
            <a:r>
              <a:rPr lang="en-IN" dirty="0"/>
              <a:t>3</a:t>
            </a:r>
            <a:r>
              <a:rPr dirty="0"/>
              <a:t>-2</a:t>
            </a:r>
            <a:r>
              <a:rPr lang="en-IN" dirty="0"/>
              <a:t>7</a:t>
            </a:r>
            <a:r>
              <a:rPr dirty="0"/>
              <a:t> batch)</a:t>
            </a:r>
          </a:p>
          <a:p>
            <a:r>
              <a:rPr dirty="0"/>
              <a:t>Adi Shankara Institute of Engineering and Technology</a:t>
            </a:r>
          </a:p>
        </p:txBody>
      </p:sp>
      <p:sp>
        <p:nvSpPr>
          <p:cNvPr id="96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7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231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"/>
          <p:cNvSpPr txBox="1"/>
          <p:nvPr/>
        </p:nvSpPr>
        <p:spPr>
          <a:xfrm>
            <a:off x="1010836" y="499254"/>
            <a:ext cx="7122328" cy="187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endParaRPr/>
          </a:p>
        </p:txBody>
      </p:sp>
      <p:pic>
        <p:nvPicPr>
          <p:cNvPr id="99" name="unknown.jpg" descr="unknow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6" y="499254"/>
            <a:ext cx="7030761" cy="17283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Project Title &amp; Team</a:t>
            </a:r>
          </a:p>
        </p:txBody>
      </p:sp>
      <p:sp>
        <p:nvSpPr>
          <p:cNvPr id="10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231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Abstract</a:t>
            </a:r>
          </a:p>
        </p:txBody>
      </p:sp>
      <p:sp>
        <p:nvSpPr>
          <p:cNvPr id="10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231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Introduction</a:t>
            </a:r>
          </a:p>
        </p:txBody>
      </p:sp>
      <p:sp>
        <p:nvSpPr>
          <p:cNvPr id="11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92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 Statement</a:t>
            </a:r>
          </a:p>
        </p:txBody>
      </p:sp>
      <p:sp>
        <p:nvSpPr>
          <p:cNvPr id="11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53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Objectives</a:t>
            </a:r>
          </a:p>
        </p:txBody>
      </p:sp>
      <p:sp>
        <p:nvSpPr>
          <p:cNvPr id="12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3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231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Proposed System / Approach</a:t>
            </a:r>
          </a:p>
        </p:txBody>
      </p:sp>
      <p:sp>
        <p:nvSpPr>
          <p:cNvPr id="12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8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92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Methodology</a:t>
            </a:r>
          </a:p>
        </p:txBody>
      </p:sp>
      <p:sp>
        <p:nvSpPr>
          <p:cNvPr id="13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3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231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448055">
              <a:defRPr sz="4312"/>
            </a:lvl1pPr>
          </a:lstStyle>
          <a:p>
            <a:r>
              <a:t>System Architecture / Block Diagram</a:t>
            </a:r>
          </a:p>
        </p:txBody>
      </p:sp>
      <p:sp>
        <p:nvSpPr>
          <p:cNvPr id="13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92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2BEA3-8EB0-1A40-2B21-75B5902EC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>
            <a:extLst>
              <a:ext uri="{FF2B5EF4-FFF2-40B4-BE49-F238E27FC236}">
                <a16:creationId xmlns:a16="http://schemas.microsoft.com/office/drawing/2014/main" id="{A27AA813-D74E-4E00-97DE-400ED57901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448055">
              <a:defRPr sz="4312"/>
            </a:lvl1pPr>
          </a:lstStyle>
          <a:p>
            <a:r>
              <a:rPr lang="en-IN" dirty="0"/>
              <a:t>System Architecture / Module Description1</a:t>
            </a:r>
            <a:endParaRPr dirty="0"/>
          </a:p>
        </p:txBody>
      </p:sp>
      <p:sp>
        <p:nvSpPr>
          <p:cNvPr id="137" name="Content Placeholder 2">
            <a:extLst>
              <a:ext uri="{FF2B5EF4-FFF2-40B4-BE49-F238E27FC236}">
                <a16:creationId xmlns:a16="http://schemas.microsoft.com/office/drawing/2014/main" id="{8D386B30-B396-847E-8299-7525D64E5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Rectangle 3">
            <a:extLst>
              <a:ext uri="{FF2B5EF4-FFF2-40B4-BE49-F238E27FC236}">
                <a16:creationId xmlns:a16="http://schemas.microsoft.com/office/drawing/2014/main" id="{770F2540-13A0-4265-CC13-9F6847D8F81C}"/>
              </a:ext>
            </a:extLst>
          </p:cNvPr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9" name="Picture 4" descr="Picture 4">
            <a:extLst>
              <a:ext uri="{FF2B5EF4-FFF2-40B4-BE49-F238E27FC236}">
                <a16:creationId xmlns:a16="http://schemas.microsoft.com/office/drawing/2014/main" id="{FCE9A3F2-8A01-EE6A-D829-FB9A132CC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92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5540959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2D450-D0AD-B97D-E52E-71EA88EB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>
            <a:extLst>
              <a:ext uri="{FF2B5EF4-FFF2-40B4-BE49-F238E27FC236}">
                <a16:creationId xmlns:a16="http://schemas.microsoft.com/office/drawing/2014/main" id="{4BC17403-1511-BCCD-5272-476714E6C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448055">
              <a:defRPr sz="4312"/>
            </a:lvl1pPr>
          </a:lstStyle>
          <a:p>
            <a:r>
              <a:rPr dirty="0"/>
              <a:t>System Architecture / </a:t>
            </a:r>
            <a:r>
              <a:rPr lang="en-IN" dirty="0"/>
              <a:t>Module Description2</a:t>
            </a:r>
            <a:endParaRPr dirty="0"/>
          </a:p>
        </p:txBody>
      </p:sp>
      <p:sp>
        <p:nvSpPr>
          <p:cNvPr id="137" name="Content Placeholder 2">
            <a:extLst>
              <a:ext uri="{FF2B5EF4-FFF2-40B4-BE49-F238E27FC236}">
                <a16:creationId xmlns:a16="http://schemas.microsoft.com/office/drawing/2014/main" id="{DD088F79-508D-2078-2AE0-8A1E1F9DA2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38" name="Rectangle 3">
            <a:extLst>
              <a:ext uri="{FF2B5EF4-FFF2-40B4-BE49-F238E27FC236}">
                <a16:creationId xmlns:a16="http://schemas.microsoft.com/office/drawing/2014/main" id="{45F1232E-4470-CCBC-464D-36CFC2AC2F94}"/>
              </a:ext>
            </a:extLst>
          </p:cNvPr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9" name="Picture 4" descr="Picture 4">
            <a:extLst>
              <a:ext uri="{FF2B5EF4-FFF2-40B4-BE49-F238E27FC236}">
                <a16:creationId xmlns:a16="http://schemas.microsoft.com/office/drawing/2014/main" id="{39755367-7FEB-B967-4C75-7B0602229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92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2198676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Workflow Diagram / Flowchart</a:t>
            </a:r>
          </a:p>
        </p:txBody>
      </p:sp>
      <p:sp>
        <p:nvSpPr>
          <p:cNvPr id="14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3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4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92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Hardware and Software Reqir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2627">
              <a:defRPr sz="4356"/>
            </a:lvl1pPr>
          </a:lstStyle>
          <a:p>
            <a:r>
              <a:t>Hardware and Software Reqirement</a:t>
            </a:r>
          </a:p>
        </p:txBody>
      </p:sp>
      <p:sp>
        <p:nvSpPr>
          <p:cNvPr id="147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15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Explain about Simulator</a:t>
            </a:r>
            <a:endParaRPr dirty="0"/>
          </a:p>
        </p:txBody>
      </p:sp>
      <p:sp>
        <p:nvSpPr>
          <p:cNvPr id="151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52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231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N" dirty="0"/>
              <a:t>Result</a:t>
            </a:r>
            <a:endParaRPr dirty="0"/>
          </a:p>
        </p:txBody>
      </p:sp>
      <p:sp>
        <p:nvSpPr>
          <p:cNvPr id="16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6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7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92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B57B3-7C56-68AC-EB42-D4518AE66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1">
            <a:extLst>
              <a:ext uri="{FF2B5EF4-FFF2-40B4-BE49-F238E27FC236}">
                <a16:creationId xmlns:a16="http://schemas.microsoft.com/office/drawing/2014/main" id="{74C43A23-67A3-D717-5616-B261C7BB90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N" dirty="0"/>
              <a:t>Performance Analysis </a:t>
            </a:r>
            <a:endParaRPr dirty="0"/>
          </a:p>
        </p:txBody>
      </p:sp>
      <p:sp>
        <p:nvSpPr>
          <p:cNvPr id="165" name="Content Placeholder 2">
            <a:extLst>
              <a:ext uri="{FF2B5EF4-FFF2-40B4-BE49-F238E27FC236}">
                <a16:creationId xmlns:a16="http://schemas.microsoft.com/office/drawing/2014/main" id="{6C75F348-35B8-901B-939D-DCC3F8158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3585419C-BB94-F86E-2B9F-2C305378FC34}"/>
              </a:ext>
            </a:extLst>
          </p:cNvPr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7" name="Picture 4" descr="Picture 4">
            <a:extLst>
              <a:ext uri="{FF2B5EF4-FFF2-40B4-BE49-F238E27FC236}">
                <a16:creationId xmlns:a16="http://schemas.microsoft.com/office/drawing/2014/main" id="{69F061AD-CCBE-B330-4293-4258C4EEA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92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6765949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17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1" name="Rectangl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2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53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38329-CD53-5721-5B56-98DAA161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e 1">
            <a:extLst>
              <a:ext uri="{FF2B5EF4-FFF2-40B4-BE49-F238E27FC236}">
                <a16:creationId xmlns:a16="http://schemas.microsoft.com/office/drawing/2014/main" id="{FA7C3BC5-E457-26A9-DB42-88707C63AD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N" dirty="0"/>
              <a:t>THANK YOU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F5B86E-68C5-B2E5-9831-8584066EB62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1" name="Rectangle 3">
            <a:extLst>
              <a:ext uri="{FF2B5EF4-FFF2-40B4-BE49-F238E27FC236}">
                <a16:creationId xmlns:a16="http://schemas.microsoft.com/office/drawing/2014/main" id="{D0635AAB-8F52-886A-A72A-97ECFB06318D}"/>
              </a:ext>
            </a:extLst>
          </p:cNvPr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2" name="Picture 4" descr="Picture 4">
            <a:extLst>
              <a:ext uri="{FF2B5EF4-FFF2-40B4-BE49-F238E27FC236}">
                <a16:creationId xmlns:a16="http://schemas.microsoft.com/office/drawing/2014/main" id="{9FA811A3-DC38-2FBC-958E-99D62816D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536" y="-22861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83195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76</Words>
  <Application>Microsoft Office PowerPoint</Application>
  <PresentationFormat>On-screen Show (4:3)</PresentationFormat>
  <Paragraphs>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 MiniProject Presentation</vt:lpstr>
      <vt:lpstr>Project Title &amp; Team</vt:lpstr>
      <vt:lpstr>Abstract</vt:lpstr>
      <vt:lpstr>Introduction</vt:lpstr>
      <vt:lpstr>Problem Statement</vt:lpstr>
      <vt:lpstr>Objectives</vt:lpstr>
      <vt:lpstr>Proposed System / Approach</vt:lpstr>
      <vt:lpstr>Methodology</vt:lpstr>
      <vt:lpstr>System Architecture / Block Diagram</vt:lpstr>
      <vt:lpstr>System Architecture / Module Description1</vt:lpstr>
      <vt:lpstr>System Architecture / Module Description2</vt:lpstr>
      <vt:lpstr>Workflow Diagram / Flowchart</vt:lpstr>
      <vt:lpstr>Hardware and Software Reqirement</vt:lpstr>
      <vt:lpstr>Technology Stack</vt:lpstr>
      <vt:lpstr>Result</vt:lpstr>
      <vt:lpstr>Performance Analysis </vt:lpstr>
      <vt:lpstr>Conclusion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Asha Rose Thomas</cp:lastModifiedBy>
  <cp:revision>6</cp:revision>
  <dcterms:modified xsi:type="dcterms:W3CDTF">2026-03-10T04:13:16Z</dcterms:modified>
</cp:coreProperties>
</file>